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332" r:id="rId4"/>
  </p:sldIdLst>
  <p:sldSz cx="9144000" cy="5143500" type="screen16x9"/>
  <p:notesSz cx="6858000" cy="9144000"/>
  <p:embeddedFontLst>
    <p:embeddedFont>
      <p:font typeface="Arimo" panose="020B0604020202020204" charset="0"/>
      <p:regular r:id="rId6"/>
      <p:bold r:id="rId7"/>
      <p:italic r:id="rId8"/>
      <p:boldItalic r:id="rId9"/>
    </p:embeddedFont>
    <p:embeddedFont>
      <p:font typeface="Baskervville" panose="020B0604020202020204" charset="0"/>
      <p:regular r:id="rId10"/>
      <p:italic r:id="rId11"/>
    </p:embeddedFont>
    <p:embeddedFont>
      <p:font typeface="Bebas Neue" panose="020B0606020202050201" pitchFamily="34" charset="0"/>
      <p:regular r:id="rId12"/>
    </p:embeddedFont>
    <p:embeddedFont>
      <p:font typeface="Belleza" panose="020B0604020202020204" charset="0"/>
      <p:regular r:id="rId13"/>
    </p:embeddedFont>
    <p:embeddedFont>
      <p:font typeface="Darker Grotesque SemiBold" pitchFamily="2" charset="0"/>
      <p:bold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5" roundtripDataSignature="AMtx7mgzg3AZ6sq+EBguQMiTAa2Eea1u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0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76" Type="http://schemas.openxmlformats.org/officeDocument/2006/relationships/presProps" Target="presProp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79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7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3390bcf3cdf_0_99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0" name="Google Shape;1920;g3390bcf3cdf_0_99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cbdc82ce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2cbdc82ce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g3390bcf3cdf_0_10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4" name="Google Shape;2544;g3390bcf3cdf_0_10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7"/>
          <p:cNvSpPr/>
          <p:nvPr/>
        </p:nvSpPr>
        <p:spPr>
          <a:xfrm>
            <a:off x="331825" y="282225"/>
            <a:ext cx="8470800" cy="458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7"/>
          <p:cNvSpPr txBox="1">
            <a:spLocks noGrp="1"/>
          </p:cNvSpPr>
          <p:nvPr>
            <p:ph type="title"/>
          </p:nvPr>
        </p:nvSpPr>
        <p:spPr>
          <a:xfrm>
            <a:off x="773825" y="891276"/>
            <a:ext cx="7596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57"/>
          <p:cNvSpPr txBox="1">
            <a:spLocks noGrp="1"/>
          </p:cNvSpPr>
          <p:nvPr>
            <p:ph type="subTitle" idx="1"/>
          </p:nvPr>
        </p:nvSpPr>
        <p:spPr>
          <a:xfrm>
            <a:off x="746388" y="2124000"/>
            <a:ext cx="3807900" cy="25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7"/>
          <p:cNvSpPr txBox="1">
            <a:spLocks noGrp="1"/>
          </p:cNvSpPr>
          <p:nvPr>
            <p:ph type="subTitle" idx="2"/>
          </p:nvPr>
        </p:nvSpPr>
        <p:spPr>
          <a:xfrm>
            <a:off x="4589713" y="2124100"/>
            <a:ext cx="3807900" cy="25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2"/>
            </a:gs>
            <a:gs pos="28000">
              <a:schemeClr val="lt1"/>
            </a:gs>
            <a:gs pos="75000">
              <a:schemeClr val="dk2"/>
            </a:gs>
            <a:gs pos="100000">
              <a:schemeClr val="lt2"/>
            </a:gs>
          </a:gsLst>
          <a:lin ang="18900044" scaled="0"/>
        </a:gra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4"/>
          <p:cNvSpPr txBox="1">
            <a:spLocks noGrp="1"/>
          </p:cNvSpPr>
          <p:nvPr>
            <p:ph type="title"/>
          </p:nvPr>
        </p:nvSpPr>
        <p:spPr>
          <a:xfrm>
            <a:off x="713225" y="2587066"/>
            <a:ext cx="30897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0" name="Google Shape;80;p64"/>
          <p:cNvSpPr txBox="1">
            <a:spLocks noGrp="1"/>
          </p:cNvSpPr>
          <p:nvPr>
            <p:ph type="title" idx="2"/>
          </p:nvPr>
        </p:nvSpPr>
        <p:spPr>
          <a:xfrm>
            <a:off x="1701425" y="1568620"/>
            <a:ext cx="11133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1" name="Google Shape;81;p64"/>
          <p:cNvSpPr txBox="1">
            <a:spLocks noGrp="1"/>
          </p:cNvSpPr>
          <p:nvPr>
            <p:ph type="subTitle" idx="1"/>
          </p:nvPr>
        </p:nvSpPr>
        <p:spPr>
          <a:xfrm>
            <a:off x="713225" y="4129702"/>
            <a:ext cx="30897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2" name="Google Shape;82;p64"/>
          <p:cNvCxnSpPr/>
          <p:nvPr/>
        </p:nvCxnSpPr>
        <p:spPr>
          <a:xfrm>
            <a:off x="0" y="1135513"/>
            <a:ext cx="917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64"/>
          <p:cNvSpPr/>
          <p:nvPr/>
        </p:nvSpPr>
        <p:spPr>
          <a:xfrm rot="5400000">
            <a:off x="335775" y="278099"/>
            <a:ext cx="856200" cy="856200"/>
          </a:xfrm>
          <a:prstGeom prst="rtTriangl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4"/>
          <p:cNvSpPr/>
          <p:nvPr/>
        </p:nvSpPr>
        <p:spPr>
          <a:xfrm rot="-5400000" flipH="1">
            <a:off x="3464340" y="278099"/>
            <a:ext cx="856200" cy="856200"/>
          </a:xfrm>
          <a:prstGeom prst="rtTriangl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4"/>
          <p:cNvSpPr>
            <a:spLocks noGrp="1"/>
          </p:cNvSpPr>
          <p:nvPr>
            <p:ph type="pic" idx="3"/>
          </p:nvPr>
        </p:nvSpPr>
        <p:spPr>
          <a:xfrm>
            <a:off x="4643242" y="275816"/>
            <a:ext cx="3834000" cy="4581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86" name="Google Shape;86;p64"/>
          <p:cNvCxnSpPr/>
          <p:nvPr/>
        </p:nvCxnSpPr>
        <p:spPr>
          <a:xfrm>
            <a:off x="-13950" y="278099"/>
            <a:ext cx="917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64"/>
          <p:cNvCxnSpPr/>
          <p:nvPr/>
        </p:nvCxnSpPr>
        <p:spPr>
          <a:xfrm>
            <a:off x="335763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p64"/>
          <p:cNvCxnSpPr/>
          <p:nvPr/>
        </p:nvCxnSpPr>
        <p:spPr>
          <a:xfrm>
            <a:off x="8808238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64"/>
          <p:cNvCxnSpPr/>
          <p:nvPr/>
        </p:nvCxnSpPr>
        <p:spPr>
          <a:xfrm>
            <a:off x="-13950" y="4865401"/>
            <a:ext cx="917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65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cxnSp>
          <p:nvCxnSpPr>
            <p:cNvPr id="92" name="Google Shape;92;p65"/>
            <p:cNvCxnSpPr/>
            <p:nvPr/>
          </p:nvCxnSpPr>
          <p:spPr>
            <a:xfrm>
              <a:off x="-13950" y="474700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65"/>
            <p:cNvCxnSpPr/>
            <p:nvPr/>
          </p:nvCxnSpPr>
          <p:spPr>
            <a:xfrm>
              <a:off x="331825" y="282225"/>
              <a:ext cx="84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65"/>
            <p:cNvCxnSpPr/>
            <p:nvPr/>
          </p:nvCxnSpPr>
          <p:spPr>
            <a:xfrm>
              <a:off x="331825" y="4869525"/>
              <a:ext cx="84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65"/>
            <p:cNvCxnSpPr/>
            <p:nvPr/>
          </p:nvCxnSpPr>
          <p:spPr>
            <a:xfrm>
              <a:off x="335763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65"/>
            <p:cNvCxnSpPr/>
            <p:nvPr/>
          </p:nvCxnSpPr>
          <p:spPr>
            <a:xfrm>
              <a:off x="8808238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7" name="Google Shape;97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5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6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grpSp>
          <p:nvGrpSpPr>
            <p:cNvPr id="101" name="Google Shape;101;p66"/>
            <p:cNvGrpSpPr/>
            <p:nvPr/>
          </p:nvGrpSpPr>
          <p:grpSpPr>
            <a:xfrm>
              <a:off x="-13950" y="0"/>
              <a:ext cx="9171900" cy="5143500"/>
              <a:chOff x="-13950" y="0"/>
              <a:chExt cx="9171900" cy="5143500"/>
            </a:xfrm>
          </p:grpSpPr>
          <p:cxnSp>
            <p:nvCxnSpPr>
              <p:cNvPr id="102" name="Google Shape;102;p66"/>
              <p:cNvCxnSpPr/>
              <p:nvPr/>
            </p:nvCxnSpPr>
            <p:spPr>
              <a:xfrm>
                <a:off x="-13950" y="278099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66"/>
              <p:cNvCxnSpPr/>
              <p:nvPr/>
            </p:nvCxnSpPr>
            <p:spPr>
              <a:xfrm>
                <a:off x="33576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4" name="Google Shape;104;p66"/>
              <p:cNvCxnSpPr/>
              <p:nvPr/>
            </p:nvCxnSpPr>
            <p:spPr>
              <a:xfrm>
                <a:off x="8808238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" name="Google Shape;105;p66"/>
              <p:cNvCxnSpPr/>
              <p:nvPr/>
            </p:nvCxnSpPr>
            <p:spPr>
              <a:xfrm>
                <a:off x="-13950" y="4865401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06" name="Google Shape;106;p66"/>
            <p:cNvCxnSpPr/>
            <p:nvPr/>
          </p:nvCxnSpPr>
          <p:spPr>
            <a:xfrm>
              <a:off x="-13950" y="474700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7" name="Google Shape;107;p66"/>
          <p:cNvSpPr txBox="1">
            <a:spLocks noGrp="1"/>
          </p:cNvSpPr>
          <p:nvPr>
            <p:ph type="subTitle" idx="1"/>
          </p:nvPr>
        </p:nvSpPr>
        <p:spPr>
          <a:xfrm>
            <a:off x="846750" y="2765150"/>
            <a:ext cx="32220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66"/>
          <p:cNvSpPr txBox="1">
            <a:spLocks noGrp="1"/>
          </p:cNvSpPr>
          <p:nvPr>
            <p:ph type="subTitle" idx="2"/>
          </p:nvPr>
        </p:nvSpPr>
        <p:spPr>
          <a:xfrm>
            <a:off x="5075250" y="2765150"/>
            <a:ext cx="32220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66"/>
          <p:cNvSpPr txBox="1">
            <a:spLocks noGrp="1"/>
          </p:cNvSpPr>
          <p:nvPr>
            <p:ph type="subTitle" idx="3"/>
          </p:nvPr>
        </p:nvSpPr>
        <p:spPr>
          <a:xfrm>
            <a:off x="846750" y="3130955"/>
            <a:ext cx="32220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6"/>
          <p:cNvSpPr txBox="1">
            <a:spLocks noGrp="1"/>
          </p:cNvSpPr>
          <p:nvPr>
            <p:ph type="subTitle" idx="4"/>
          </p:nvPr>
        </p:nvSpPr>
        <p:spPr>
          <a:xfrm>
            <a:off x="5075250" y="3130955"/>
            <a:ext cx="32220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2"/>
            </a:gs>
            <a:gs pos="28000">
              <a:schemeClr val="dk2"/>
            </a:gs>
            <a:gs pos="7500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14" name="Google Shape;114;p67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grpSp>
          <p:nvGrpSpPr>
            <p:cNvPr id="115" name="Google Shape;115;p67"/>
            <p:cNvGrpSpPr/>
            <p:nvPr/>
          </p:nvGrpSpPr>
          <p:grpSpPr>
            <a:xfrm>
              <a:off x="-13950" y="0"/>
              <a:ext cx="9171900" cy="5143500"/>
              <a:chOff x="-13950" y="0"/>
              <a:chExt cx="9171900" cy="5143500"/>
            </a:xfrm>
          </p:grpSpPr>
          <p:cxnSp>
            <p:nvCxnSpPr>
              <p:cNvPr id="116" name="Google Shape;116;p67"/>
              <p:cNvCxnSpPr/>
              <p:nvPr/>
            </p:nvCxnSpPr>
            <p:spPr>
              <a:xfrm>
                <a:off x="-13950" y="474700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" name="Google Shape;117;p67"/>
              <p:cNvCxnSpPr/>
              <p:nvPr/>
            </p:nvCxnSpPr>
            <p:spPr>
              <a:xfrm>
                <a:off x="331825" y="4869525"/>
                <a:ext cx="8470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67"/>
              <p:cNvCxnSpPr/>
              <p:nvPr/>
            </p:nvCxnSpPr>
            <p:spPr>
              <a:xfrm>
                <a:off x="33576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67"/>
              <p:cNvCxnSpPr/>
              <p:nvPr/>
            </p:nvCxnSpPr>
            <p:spPr>
              <a:xfrm>
                <a:off x="8808238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20" name="Google Shape;120;p67"/>
            <p:cNvCxnSpPr/>
            <p:nvPr/>
          </p:nvCxnSpPr>
          <p:spPr>
            <a:xfrm>
              <a:off x="335775" y="278100"/>
              <a:ext cx="8472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lt2"/>
            </a:gs>
            <a:gs pos="28000">
              <a:schemeClr val="dk2"/>
            </a:gs>
            <a:gs pos="7500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68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grpSp>
          <p:nvGrpSpPr>
            <p:cNvPr id="123" name="Google Shape;123;p68"/>
            <p:cNvGrpSpPr/>
            <p:nvPr/>
          </p:nvGrpSpPr>
          <p:grpSpPr>
            <a:xfrm>
              <a:off x="-13950" y="0"/>
              <a:ext cx="9171900" cy="5143500"/>
              <a:chOff x="-13950" y="0"/>
              <a:chExt cx="9171900" cy="5143500"/>
            </a:xfrm>
          </p:grpSpPr>
          <p:cxnSp>
            <p:nvCxnSpPr>
              <p:cNvPr id="124" name="Google Shape;124;p68"/>
              <p:cNvCxnSpPr/>
              <p:nvPr/>
            </p:nvCxnSpPr>
            <p:spPr>
              <a:xfrm>
                <a:off x="-13950" y="278099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68"/>
              <p:cNvCxnSpPr/>
              <p:nvPr/>
            </p:nvCxnSpPr>
            <p:spPr>
              <a:xfrm>
                <a:off x="33576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68"/>
              <p:cNvCxnSpPr/>
              <p:nvPr/>
            </p:nvCxnSpPr>
            <p:spPr>
              <a:xfrm>
                <a:off x="8808238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68"/>
              <p:cNvCxnSpPr/>
              <p:nvPr/>
            </p:nvCxnSpPr>
            <p:spPr>
              <a:xfrm>
                <a:off x="-13950" y="4865401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28" name="Google Shape;128;p68"/>
            <p:cNvCxnSpPr/>
            <p:nvPr/>
          </p:nvCxnSpPr>
          <p:spPr>
            <a:xfrm>
              <a:off x="-13950" y="474700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9" name="Google Shape;129;p6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68"/>
          <p:cNvSpPr txBox="1">
            <a:spLocks noGrp="1"/>
          </p:cNvSpPr>
          <p:nvPr>
            <p:ph type="body" idx="1"/>
          </p:nvPr>
        </p:nvSpPr>
        <p:spPr>
          <a:xfrm>
            <a:off x="726450" y="1606100"/>
            <a:ext cx="4015200" cy="27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68"/>
          <p:cNvSpPr>
            <a:spLocks noGrp="1"/>
          </p:cNvSpPr>
          <p:nvPr>
            <p:ph type="pic" idx="2"/>
          </p:nvPr>
        </p:nvSpPr>
        <p:spPr>
          <a:xfrm>
            <a:off x="5567650" y="1091900"/>
            <a:ext cx="3232800" cy="37776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69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cxnSp>
          <p:nvCxnSpPr>
            <p:cNvPr id="134" name="Google Shape;134;p69"/>
            <p:cNvCxnSpPr/>
            <p:nvPr/>
          </p:nvCxnSpPr>
          <p:spPr>
            <a:xfrm>
              <a:off x="-13950" y="278099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135;p69"/>
            <p:cNvCxnSpPr/>
            <p:nvPr/>
          </p:nvCxnSpPr>
          <p:spPr>
            <a:xfrm>
              <a:off x="335763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" name="Google Shape;136;p69"/>
            <p:cNvCxnSpPr/>
            <p:nvPr/>
          </p:nvCxnSpPr>
          <p:spPr>
            <a:xfrm>
              <a:off x="8808238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7" name="Google Shape;137;p69"/>
            <p:cNvCxnSpPr/>
            <p:nvPr/>
          </p:nvCxnSpPr>
          <p:spPr>
            <a:xfrm>
              <a:off x="-13950" y="4865401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8" name="Google Shape;138;p69"/>
          <p:cNvSpPr txBox="1">
            <a:spLocks noGrp="1"/>
          </p:cNvSpPr>
          <p:nvPr>
            <p:ph type="title"/>
          </p:nvPr>
        </p:nvSpPr>
        <p:spPr>
          <a:xfrm>
            <a:off x="3944125" y="1132600"/>
            <a:ext cx="44868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9" name="Google Shape;139;p69"/>
          <p:cNvSpPr>
            <a:spLocks noGrp="1"/>
          </p:cNvSpPr>
          <p:nvPr>
            <p:ph type="pic" idx="2"/>
          </p:nvPr>
        </p:nvSpPr>
        <p:spPr>
          <a:xfrm>
            <a:off x="339850" y="283650"/>
            <a:ext cx="3228300" cy="45843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71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grpSp>
          <p:nvGrpSpPr>
            <p:cNvPr id="143" name="Google Shape;143;p71"/>
            <p:cNvGrpSpPr/>
            <p:nvPr/>
          </p:nvGrpSpPr>
          <p:grpSpPr>
            <a:xfrm>
              <a:off x="-13950" y="0"/>
              <a:ext cx="9171900" cy="5143500"/>
              <a:chOff x="-13950" y="0"/>
              <a:chExt cx="9171900" cy="5143500"/>
            </a:xfrm>
          </p:grpSpPr>
          <p:cxnSp>
            <p:nvCxnSpPr>
              <p:cNvPr id="144" name="Google Shape;144;p71"/>
              <p:cNvCxnSpPr/>
              <p:nvPr/>
            </p:nvCxnSpPr>
            <p:spPr>
              <a:xfrm>
                <a:off x="-13950" y="278099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" name="Google Shape;145;p71"/>
              <p:cNvCxnSpPr/>
              <p:nvPr/>
            </p:nvCxnSpPr>
            <p:spPr>
              <a:xfrm>
                <a:off x="33576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" name="Google Shape;146;p71"/>
              <p:cNvCxnSpPr/>
              <p:nvPr/>
            </p:nvCxnSpPr>
            <p:spPr>
              <a:xfrm>
                <a:off x="8808238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" name="Google Shape;147;p71"/>
              <p:cNvCxnSpPr/>
              <p:nvPr/>
            </p:nvCxnSpPr>
            <p:spPr>
              <a:xfrm>
                <a:off x="-13950" y="4865401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48" name="Google Shape;148;p71"/>
            <p:cNvCxnSpPr/>
            <p:nvPr/>
          </p:nvCxnSpPr>
          <p:spPr>
            <a:xfrm>
              <a:off x="-13950" y="474700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9" name="Google Shape;149;p71"/>
          <p:cNvSpPr txBox="1">
            <a:spLocks noGrp="1"/>
          </p:cNvSpPr>
          <p:nvPr>
            <p:ph type="subTitle" idx="1"/>
          </p:nvPr>
        </p:nvSpPr>
        <p:spPr>
          <a:xfrm>
            <a:off x="716613" y="3182025"/>
            <a:ext cx="2336400" cy="7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1"/>
          <p:cNvSpPr txBox="1">
            <a:spLocks noGrp="1"/>
          </p:cNvSpPr>
          <p:nvPr>
            <p:ph type="subTitle" idx="2"/>
          </p:nvPr>
        </p:nvSpPr>
        <p:spPr>
          <a:xfrm>
            <a:off x="3403800" y="3181102"/>
            <a:ext cx="2336400" cy="7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71"/>
          <p:cNvSpPr txBox="1">
            <a:spLocks noGrp="1"/>
          </p:cNvSpPr>
          <p:nvPr>
            <p:ph type="subTitle" idx="3"/>
          </p:nvPr>
        </p:nvSpPr>
        <p:spPr>
          <a:xfrm>
            <a:off x="6090988" y="3182025"/>
            <a:ext cx="2336400" cy="7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71"/>
          <p:cNvSpPr txBox="1">
            <a:spLocks noGrp="1"/>
          </p:cNvSpPr>
          <p:nvPr>
            <p:ph type="subTitle" idx="4"/>
          </p:nvPr>
        </p:nvSpPr>
        <p:spPr>
          <a:xfrm>
            <a:off x="716613" y="2886575"/>
            <a:ext cx="2336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71"/>
          <p:cNvSpPr txBox="1">
            <a:spLocks noGrp="1"/>
          </p:cNvSpPr>
          <p:nvPr>
            <p:ph type="subTitle" idx="5"/>
          </p:nvPr>
        </p:nvSpPr>
        <p:spPr>
          <a:xfrm>
            <a:off x="6090988" y="2886575"/>
            <a:ext cx="2336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5" name="Google Shape;155;p71"/>
          <p:cNvSpPr txBox="1">
            <a:spLocks noGrp="1"/>
          </p:cNvSpPr>
          <p:nvPr>
            <p:ph type="subTitle" idx="6"/>
          </p:nvPr>
        </p:nvSpPr>
        <p:spPr>
          <a:xfrm>
            <a:off x="3403800" y="2886575"/>
            <a:ext cx="2336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72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grpSp>
          <p:nvGrpSpPr>
            <p:cNvPr id="158" name="Google Shape;158;p72"/>
            <p:cNvGrpSpPr/>
            <p:nvPr/>
          </p:nvGrpSpPr>
          <p:grpSpPr>
            <a:xfrm>
              <a:off x="-13950" y="0"/>
              <a:ext cx="9171900" cy="5143500"/>
              <a:chOff x="-13950" y="0"/>
              <a:chExt cx="9171900" cy="5143500"/>
            </a:xfrm>
          </p:grpSpPr>
          <p:cxnSp>
            <p:nvCxnSpPr>
              <p:cNvPr id="159" name="Google Shape;159;p72"/>
              <p:cNvCxnSpPr/>
              <p:nvPr/>
            </p:nvCxnSpPr>
            <p:spPr>
              <a:xfrm>
                <a:off x="-13950" y="278099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0" name="Google Shape;160;p72"/>
              <p:cNvCxnSpPr/>
              <p:nvPr/>
            </p:nvCxnSpPr>
            <p:spPr>
              <a:xfrm>
                <a:off x="33576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1" name="Google Shape;161;p72"/>
              <p:cNvCxnSpPr/>
              <p:nvPr/>
            </p:nvCxnSpPr>
            <p:spPr>
              <a:xfrm>
                <a:off x="8808238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2" name="Google Shape;162;p72"/>
              <p:cNvCxnSpPr/>
              <p:nvPr/>
            </p:nvCxnSpPr>
            <p:spPr>
              <a:xfrm>
                <a:off x="-13950" y="4865401"/>
                <a:ext cx="9171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63" name="Google Shape;163;p72"/>
            <p:cNvCxnSpPr/>
            <p:nvPr/>
          </p:nvCxnSpPr>
          <p:spPr>
            <a:xfrm>
              <a:off x="-13950" y="474700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4" name="Google Shape;164;p72"/>
          <p:cNvSpPr txBox="1">
            <a:spLocks noGrp="1"/>
          </p:cNvSpPr>
          <p:nvPr>
            <p:ph type="subTitle" idx="1"/>
          </p:nvPr>
        </p:nvSpPr>
        <p:spPr>
          <a:xfrm>
            <a:off x="719975" y="20752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72"/>
          <p:cNvSpPr txBox="1">
            <a:spLocks noGrp="1"/>
          </p:cNvSpPr>
          <p:nvPr>
            <p:ph type="subTitle" idx="2"/>
          </p:nvPr>
        </p:nvSpPr>
        <p:spPr>
          <a:xfrm>
            <a:off x="3419250" y="20752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72"/>
          <p:cNvSpPr txBox="1">
            <a:spLocks noGrp="1"/>
          </p:cNvSpPr>
          <p:nvPr>
            <p:ph type="subTitle" idx="3"/>
          </p:nvPr>
        </p:nvSpPr>
        <p:spPr>
          <a:xfrm>
            <a:off x="719975" y="36205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72"/>
          <p:cNvSpPr txBox="1">
            <a:spLocks noGrp="1"/>
          </p:cNvSpPr>
          <p:nvPr>
            <p:ph type="subTitle" idx="4"/>
          </p:nvPr>
        </p:nvSpPr>
        <p:spPr>
          <a:xfrm>
            <a:off x="3419250" y="36205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72"/>
          <p:cNvSpPr txBox="1">
            <a:spLocks noGrp="1"/>
          </p:cNvSpPr>
          <p:nvPr>
            <p:ph type="subTitle" idx="5"/>
          </p:nvPr>
        </p:nvSpPr>
        <p:spPr>
          <a:xfrm>
            <a:off x="6118523" y="20752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72"/>
          <p:cNvSpPr txBox="1">
            <a:spLocks noGrp="1"/>
          </p:cNvSpPr>
          <p:nvPr>
            <p:ph type="subTitle" idx="6"/>
          </p:nvPr>
        </p:nvSpPr>
        <p:spPr>
          <a:xfrm>
            <a:off x="6118523" y="362055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7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72"/>
          <p:cNvSpPr txBox="1">
            <a:spLocks noGrp="1"/>
          </p:cNvSpPr>
          <p:nvPr>
            <p:ph type="subTitle" idx="7"/>
          </p:nvPr>
        </p:nvSpPr>
        <p:spPr>
          <a:xfrm>
            <a:off x="719975" y="16833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2" name="Google Shape;172;p72"/>
          <p:cNvSpPr txBox="1">
            <a:spLocks noGrp="1"/>
          </p:cNvSpPr>
          <p:nvPr>
            <p:ph type="subTitle" idx="8"/>
          </p:nvPr>
        </p:nvSpPr>
        <p:spPr>
          <a:xfrm>
            <a:off x="3419250" y="16833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3" name="Google Shape;173;p72"/>
          <p:cNvSpPr txBox="1">
            <a:spLocks noGrp="1"/>
          </p:cNvSpPr>
          <p:nvPr>
            <p:ph type="subTitle" idx="9"/>
          </p:nvPr>
        </p:nvSpPr>
        <p:spPr>
          <a:xfrm>
            <a:off x="6118523" y="16833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4" name="Google Shape;174;p72"/>
          <p:cNvSpPr txBox="1">
            <a:spLocks noGrp="1"/>
          </p:cNvSpPr>
          <p:nvPr>
            <p:ph type="subTitle" idx="13"/>
          </p:nvPr>
        </p:nvSpPr>
        <p:spPr>
          <a:xfrm>
            <a:off x="719975" y="3228750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5" name="Google Shape;175;p72"/>
          <p:cNvSpPr txBox="1">
            <a:spLocks noGrp="1"/>
          </p:cNvSpPr>
          <p:nvPr>
            <p:ph type="subTitle" idx="14"/>
          </p:nvPr>
        </p:nvSpPr>
        <p:spPr>
          <a:xfrm>
            <a:off x="3419250" y="3228750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72"/>
          <p:cNvSpPr txBox="1">
            <a:spLocks noGrp="1"/>
          </p:cNvSpPr>
          <p:nvPr>
            <p:ph type="subTitle" idx="15"/>
          </p:nvPr>
        </p:nvSpPr>
        <p:spPr>
          <a:xfrm>
            <a:off x="6118523" y="3228750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73"/>
          <p:cNvGrpSpPr/>
          <p:nvPr/>
        </p:nvGrpSpPr>
        <p:grpSpPr>
          <a:xfrm>
            <a:off x="335763" y="0"/>
            <a:ext cx="8472612" cy="5143500"/>
            <a:chOff x="335763" y="0"/>
            <a:chExt cx="8472612" cy="5143500"/>
          </a:xfrm>
        </p:grpSpPr>
        <p:cxnSp>
          <p:nvCxnSpPr>
            <p:cNvPr id="179" name="Google Shape;179;p73"/>
            <p:cNvCxnSpPr/>
            <p:nvPr/>
          </p:nvCxnSpPr>
          <p:spPr>
            <a:xfrm>
              <a:off x="335775" y="278100"/>
              <a:ext cx="8472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73"/>
            <p:cNvCxnSpPr/>
            <p:nvPr/>
          </p:nvCxnSpPr>
          <p:spPr>
            <a:xfrm>
              <a:off x="335763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73"/>
            <p:cNvCxnSpPr/>
            <p:nvPr/>
          </p:nvCxnSpPr>
          <p:spPr>
            <a:xfrm>
              <a:off x="8808238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73"/>
            <p:cNvCxnSpPr/>
            <p:nvPr/>
          </p:nvCxnSpPr>
          <p:spPr>
            <a:xfrm>
              <a:off x="335775" y="4865400"/>
              <a:ext cx="8472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3" name="Google Shape;183;p73"/>
          <p:cNvSpPr txBox="1">
            <a:spLocks noGrp="1"/>
          </p:cNvSpPr>
          <p:nvPr>
            <p:ph type="title"/>
          </p:nvPr>
        </p:nvSpPr>
        <p:spPr>
          <a:xfrm>
            <a:off x="713225" y="1784925"/>
            <a:ext cx="23151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84" name="Google Shape;184;p73"/>
          <p:cNvSpPr txBox="1">
            <a:spLocks noGrp="1"/>
          </p:cNvSpPr>
          <p:nvPr>
            <p:ph type="subTitle" idx="1"/>
          </p:nvPr>
        </p:nvSpPr>
        <p:spPr>
          <a:xfrm>
            <a:off x="713225" y="2751000"/>
            <a:ext cx="231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73"/>
          <p:cNvSpPr txBox="1">
            <a:spLocks noGrp="1"/>
          </p:cNvSpPr>
          <p:nvPr>
            <p:ph type="title" idx="2"/>
          </p:nvPr>
        </p:nvSpPr>
        <p:spPr>
          <a:xfrm>
            <a:off x="3414450" y="1784925"/>
            <a:ext cx="23151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86" name="Google Shape;186;p73"/>
          <p:cNvSpPr txBox="1">
            <a:spLocks noGrp="1"/>
          </p:cNvSpPr>
          <p:nvPr>
            <p:ph type="subTitle" idx="3"/>
          </p:nvPr>
        </p:nvSpPr>
        <p:spPr>
          <a:xfrm>
            <a:off x="3414450" y="2751000"/>
            <a:ext cx="231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73"/>
          <p:cNvSpPr txBox="1">
            <a:spLocks noGrp="1"/>
          </p:cNvSpPr>
          <p:nvPr>
            <p:ph type="title" idx="4"/>
          </p:nvPr>
        </p:nvSpPr>
        <p:spPr>
          <a:xfrm>
            <a:off x="6115675" y="1784925"/>
            <a:ext cx="23151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88" name="Google Shape;188;p73"/>
          <p:cNvSpPr txBox="1">
            <a:spLocks noGrp="1"/>
          </p:cNvSpPr>
          <p:nvPr>
            <p:ph type="subTitle" idx="5"/>
          </p:nvPr>
        </p:nvSpPr>
        <p:spPr>
          <a:xfrm>
            <a:off x="6115675" y="2751000"/>
            <a:ext cx="231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73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74"/>
          <p:cNvGrpSpPr/>
          <p:nvPr/>
        </p:nvGrpSpPr>
        <p:grpSpPr>
          <a:xfrm>
            <a:off x="-13950" y="0"/>
            <a:ext cx="9171900" cy="5143500"/>
            <a:chOff x="-13950" y="0"/>
            <a:chExt cx="9171900" cy="5143500"/>
          </a:xfrm>
        </p:grpSpPr>
        <p:cxnSp>
          <p:nvCxnSpPr>
            <p:cNvPr id="192" name="Google Shape;192;p74"/>
            <p:cNvCxnSpPr/>
            <p:nvPr/>
          </p:nvCxnSpPr>
          <p:spPr>
            <a:xfrm>
              <a:off x="-13950" y="278099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p74"/>
            <p:cNvCxnSpPr/>
            <p:nvPr/>
          </p:nvCxnSpPr>
          <p:spPr>
            <a:xfrm>
              <a:off x="335763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4" name="Google Shape;194;p74"/>
            <p:cNvCxnSpPr/>
            <p:nvPr/>
          </p:nvCxnSpPr>
          <p:spPr>
            <a:xfrm>
              <a:off x="8808238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p74"/>
            <p:cNvCxnSpPr/>
            <p:nvPr/>
          </p:nvCxnSpPr>
          <p:spPr>
            <a:xfrm>
              <a:off x="-13950" y="4865401"/>
              <a:ext cx="917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6" name="Google Shape;196;p74"/>
          <p:cNvSpPr txBox="1">
            <a:spLocks noGrp="1"/>
          </p:cNvSpPr>
          <p:nvPr>
            <p:ph type="title"/>
          </p:nvPr>
        </p:nvSpPr>
        <p:spPr>
          <a:xfrm>
            <a:off x="713225" y="5400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74"/>
          <p:cNvSpPr txBox="1">
            <a:spLocks noGrp="1"/>
          </p:cNvSpPr>
          <p:nvPr>
            <p:ph type="subTitle" idx="1"/>
          </p:nvPr>
        </p:nvSpPr>
        <p:spPr>
          <a:xfrm>
            <a:off x="713225" y="1897350"/>
            <a:ext cx="2851800" cy="15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74"/>
          <p:cNvSpPr>
            <a:spLocks noGrp="1"/>
          </p:cNvSpPr>
          <p:nvPr>
            <p:ph type="pic" idx="2"/>
          </p:nvPr>
        </p:nvSpPr>
        <p:spPr>
          <a:xfrm>
            <a:off x="6267124" y="278100"/>
            <a:ext cx="2535300" cy="4587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74"/>
          <p:cNvSpPr txBox="1"/>
          <p:nvPr/>
        </p:nvSpPr>
        <p:spPr>
          <a:xfrm>
            <a:off x="713225" y="363062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includes icons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200" b="1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90bcf3cdf_0_10206"/>
          <p:cNvSpPr/>
          <p:nvPr/>
        </p:nvSpPr>
        <p:spPr>
          <a:xfrm>
            <a:off x="350100" y="341950"/>
            <a:ext cx="8443800" cy="4451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390bcf3cdf_0_10206"/>
          <p:cNvSpPr txBox="1">
            <a:spLocks noGrp="1"/>
          </p:cNvSpPr>
          <p:nvPr>
            <p:ph type="ctrTitle"/>
          </p:nvPr>
        </p:nvSpPr>
        <p:spPr>
          <a:xfrm>
            <a:off x="1559400" y="1060075"/>
            <a:ext cx="6025200" cy="20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g3390bcf3cdf_0_10206"/>
          <p:cNvSpPr txBox="1">
            <a:spLocks noGrp="1"/>
          </p:cNvSpPr>
          <p:nvPr>
            <p:ph type="subTitle" idx="1"/>
          </p:nvPr>
        </p:nvSpPr>
        <p:spPr>
          <a:xfrm>
            <a:off x="3341475" y="4129825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82" name="Google Shape;182;g3390bcf3cdf_0_10206"/>
          <p:cNvCxnSpPr/>
          <p:nvPr/>
        </p:nvCxnSpPr>
        <p:spPr>
          <a:xfrm>
            <a:off x="350100" y="3883075"/>
            <a:ext cx="845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g3390bcf3cdf_0_10206"/>
          <p:cNvCxnSpPr/>
          <p:nvPr/>
        </p:nvCxnSpPr>
        <p:spPr>
          <a:xfrm>
            <a:off x="2238825" y="3890675"/>
            <a:ext cx="0" cy="903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g3390bcf3cdf_0_10206"/>
          <p:cNvSpPr txBox="1">
            <a:spLocks noGrp="1"/>
          </p:cNvSpPr>
          <p:nvPr>
            <p:ph type="subTitle" idx="2"/>
          </p:nvPr>
        </p:nvSpPr>
        <p:spPr>
          <a:xfrm>
            <a:off x="1038350" y="3883475"/>
            <a:ext cx="1204200" cy="9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elleza"/>
                <a:ea typeface="Belleza"/>
                <a:cs typeface="Belleza"/>
                <a:sym typeface="Bellez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236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3390bcf3cdf_0_10697"/>
          <p:cNvSpPr txBox="1">
            <a:spLocks noGrp="1"/>
          </p:cNvSpPr>
          <p:nvPr>
            <p:ph type="title"/>
          </p:nvPr>
        </p:nvSpPr>
        <p:spPr>
          <a:xfrm>
            <a:off x="713225" y="3369575"/>
            <a:ext cx="7717500" cy="1234500"/>
          </a:xfrm>
          <a:prstGeom prst="rect">
            <a:avLst/>
          </a:prstGeom>
          <a:gradFill>
            <a:gsLst>
              <a:gs pos="0">
                <a:schemeClr val="dk2"/>
              </a:gs>
              <a:gs pos="28000">
                <a:schemeClr val="lt1"/>
              </a:gs>
              <a:gs pos="75000">
                <a:schemeClr val="dk2"/>
              </a:gs>
              <a:gs pos="100000">
                <a:schemeClr val="lt2"/>
              </a:gs>
            </a:gsLst>
            <a:lin ang="1890073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145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28000">
              <a:schemeClr val="dk2"/>
            </a:gs>
            <a:gs pos="75000">
              <a:schemeClr val="lt2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 b="0" i="0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9pPr>
          </a:lstStyle>
          <a:p>
            <a:endParaRPr/>
          </a:p>
        </p:txBody>
      </p:sp>
      <p:sp>
        <p:nvSpPr>
          <p:cNvPr id="7" name="Google Shape;7;p5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3390bcf3cdf_0_9996"/>
          <p:cNvSpPr/>
          <p:nvPr/>
        </p:nvSpPr>
        <p:spPr>
          <a:xfrm>
            <a:off x="331325" y="315250"/>
            <a:ext cx="8488200" cy="4475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g3390bcf3cdf_0_9996"/>
          <p:cNvSpPr txBox="1">
            <a:spLocks noGrp="1"/>
          </p:cNvSpPr>
          <p:nvPr>
            <p:ph type="subTitle" idx="1"/>
          </p:nvPr>
        </p:nvSpPr>
        <p:spPr>
          <a:xfrm>
            <a:off x="3341475" y="4129825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400" i="1" dirty="0">
                <a:latin typeface="Montserrat"/>
                <a:ea typeface="Montserrat"/>
                <a:cs typeface="Montserrat"/>
                <a:sym typeface="Montserrat"/>
              </a:rPr>
              <a:t>The Church with His Heart</a:t>
            </a:r>
            <a:endParaRPr sz="2400"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4" name="Google Shape;1924;g3390bcf3cdf_0_9996"/>
          <p:cNvGrpSpPr/>
          <p:nvPr/>
        </p:nvGrpSpPr>
        <p:grpSpPr>
          <a:xfrm>
            <a:off x="964373" y="4088948"/>
            <a:ext cx="415824" cy="496916"/>
            <a:chOff x="3198549" y="3371545"/>
            <a:chExt cx="313687" cy="374889"/>
          </a:xfrm>
        </p:grpSpPr>
        <p:sp>
          <p:nvSpPr>
            <p:cNvPr id="1925" name="Google Shape;1925;g3390bcf3cdf_0_9996"/>
            <p:cNvSpPr/>
            <p:nvPr/>
          </p:nvSpPr>
          <p:spPr>
            <a:xfrm>
              <a:off x="3198549" y="3371545"/>
              <a:ext cx="313687" cy="374889"/>
            </a:xfrm>
            <a:custGeom>
              <a:avLst/>
              <a:gdLst/>
              <a:ahLst/>
              <a:cxnLst/>
              <a:rect l="l" t="t" r="r" b="b"/>
              <a:pathLst>
                <a:path w="11645" h="13917" extrusionOk="0">
                  <a:moveTo>
                    <a:pt x="5823" y="9545"/>
                  </a:moveTo>
                  <a:cubicBezTo>
                    <a:pt x="6326" y="9545"/>
                    <a:pt x="6736" y="9953"/>
                    <a:pt x="6736" y="10459"/>
                  </a:cubicBezTo>
                  <a:lnTo>
                    <a:pt x="6736" y="10602"/>
                  </a:lnTo>
                  <a:lnTo>
                    <a:pt x="4911" y="10602"/>
                  </a:lnTo>
                  <a:lnTo>
                    <a:pt x="4911" y="10459"/>
                  </a:lnTo>
                  <a:cubicBezTo>
                    <a:pt x="4909" y="9953"/>
                    <a:pt x="5319" y="9545"/>
                    <a:pt x="5823" y="9545"/>
                  </a:cubicBezTo>
                  <a:close/>
                  <a:moveTo>
                    <a:pt x="6736" y="11079"/>
                  </a:moveTo>
                  <a:lnTo>
                    <a:pt x="6736" y="13439"/>
                  </a:lnTo>
                  <a:lnTo>
                    <a:pt x="4909" y="13439"/>
                  </a:lnTo>
                  <a:lnTo>
                    <a:pt x="4909" y="11079"/>
                  </a:lnTo>
                  <a:close/>
                  <a:moveTo>
                    <a:pt x="5823" y="3466"/>
                  </a:moveTo>
                  <a:lnTo>
                    <a:pt x="7816" y="4987"/>
                  </a:lnTo>
                  <a:lnTo>
                    <a:pt x="7816" y="7606"/>
                  </a:lnTo>
                  <a:cubicBezTo>
                    <a:pt x="7816" y="7712"/>
                    <a:pt x="7886" y="7804"/>
                    <a:pt x="7986" y="7834"/>
                  </a:cubicBezTo>
                  <a:lnTo>
                    <a:pt x="11167" y="8804"/>
                  </a:lnTo>
                  <a:lnTo>
                    <a:pt x="11167" y="13439"/>
                  </a:lnTo>
                  <a:lnTo>
                    <a:pt x="7212" y="13439"/>
                  </a:lnTo>
                  <a:lnTo>
                    <a:pt x="7212" y="10459"/>
                  </a:lnTo>
                  <a:cubicBezTo>
                    <a:pt x="7212" y="9690"/>
                    <a:pt x="6590" y="9067"/>
                    <a:pt x="5823" y="9067"/>
                  </a:cubicBezTo>
                  <a:cubicBezTo>
                    <a:pt x="5054" y="9067"/>
                    <a:pt x="4432" y="9690"/>
                    <a:pt x="4432" y="10459"/>
                  </a:cubicBezTo>
                  <a:lnTo>
                    <a:pt x="4432" y="13439"/>
                  </a:lnTo>
                  <a:lnTo>
                    <a:pt x="479" y="13439"/>
                  </a:lnTo>
                  <a:lnTo>
                    <a:pt x="479" y="8804"/>
                  </a:lnTo>
                  <a:lnTo>
                    <a:pt x="3661" y="7834"/>
                  </a:lnTo>
                  <a:cubicBezTo>
                    <a:pt x="3761" y="7804"/>
                    <a:pt x="3831" y="7710"/>
                    <a:pt x="3831" y="7605"/>
                  </a:cubicBezTo>
                  <a:lnTo>
                    <a:pt x="3831" y="4987"/>
                  </a:lnTo>
                  <a:lnTo>
                    <a:pt x="5823" y="3466"/>
                  </a:lnTo>
                  <a:close/>
                  <a:moveTo>
                    <a:pt x="5823" y="0"/>
                  </a:moveTo>
                  <a:cubicBezTo>
                    <a:pt x="5690" y="0"/>
                    <a:pt x="5585" y="107"/>
                    <a:pt x="5585" y="238"/>
                  </a:cubicBezTo>
                  <a:lnTo>
                    <a:pt x="5585" y="902"/>
                  </a:lnTo>
                  <a:lnTo>
                    <a:pt x="5142" y="902"/>
                  </a:lnTo>
                  <a:cubicBezTo>
                    <a:pt x="5013" y="905"/>
                    <a:pt x="4911" y="1010"/>
                    <a:pt x="4911" y="1140"/>
                  </a:cubicBezTo>
                  <a:cubicBezTo>
                    <a:pt x="4911" y="1269"/>
                    <a:pt x="5013" y="1376"/>
                    <a:pt x="5142" y="1380"/>
                  </a:cubicBezTo>
                  <a:lnTo>
                    <a:pt x="5585" y="1380"/>
                  </a:lnTo>
                  <a:lnTo>
                    <a:pt x="5585" y="3048"/>
                  </a:lnTo>
                  <a:lnTo>
                    <a:pt x="3447" y="4677"/>
                  </a:lnTo>
                  <a:cubicBezTo>
                    <a:pt x="3387" y="4723"/>
                    <a:pt x="3351" y="4793"/>
                    <a:pt x="3351" y="4868"/>
                  </a:cubicBezTo>
                  <a:lnTo>
                    <a:pt x="3351" y="7428"/>
                  </a:lnTo>
                  <a:lnTo>
                    <a:pt x="171" y="8397"/>
                  </a:lnTo>
                  <a:cubicBezTo>
                    <a:pt x="69" y="8428"/>
                    <a:pt x="1" y="8521"/>
                    <a:pt x="1" y="8627"/>
                  </a:cubicBezTo>
                  <a:lnTo>
                    <a:pt x="1" y="13678"/>
                  </a:lnTo>
                  <a:cubicBezTo>
                    <a:pt x="1" y="13809"/>
                    <a:pt x="108" y="13916"/>
                    <a:pt x="239" y="13916"/>
                  </a:cubicBezTo>
                  <a:lnTo>
                    <a:pt x="11405" y="13916"/>
                  </a:lnTo>
                  <a:cubicBezTo>
                    <a:pt x="11538" y="13916"/>
                    <a:pt x="11645" y="13809"/>
                    <a:pt x="11645" y="13678"/>
                  </a:cubicBezTo>
                  <a:lnTo>
                    <a:pt x="11645" y="8627"/>
                  </a:lnTo>
                  <a:cubicBezTo>
                    <a:pt x="11645" y="8521"/>
                    <a:pt x="11575" y="8428"/>
                    <a:pt x="11475" y="8399"/>
                  </a:cubicBezTo>
                  <a:lnTo>
                    <a:pt x="11475" y="8397"/>
                  </a:lnTo>
                  <a:lnTo>
                    <a:pt x="8294" y="7428"/>
                  </a:lnTo>
                  <a:lnTo>
                    <a:pt x="8294" y="4868"/>
                  </a:lnTo>
                  <a:cubicBezTo>
                    <a:pt x="8294" y="4793"/>
                    <a:pt x="8258" y="4723"/>
                    <a:pt x="8201" y="4677"/>
                  </a:cubicBezTo>
                  <a:lnTo>
                    <a:pt x="6061" y="3048"/>
                  </a:lnTo>
                  <a:lnTo>
                    <a:pt x="6061" y="1380"/>
                  </a:lnTo>
                  <a:lnTo>
                    <a:pt x="6503" y="1380"/>
                  </a:lnTo>
                  <a:cubicBezTo>
                    <a:pt x="6632" y="1376"/>
                    <a:pt x="6736" y="1269"/>
                    <a:pt x="6736" y="1140"/>
                  </a:cubicBezTo>
                  <a:cubicBezTo>
                    <a:pt x="6736" y="1010"/>
                    <a:pt x="6632" y="905"/>
                    <a:pt x="6503" y="902"/>
                  </a:cubicBezTo>
                  <a:lnTo>
                    <a:pt x="6061" y="902"/>
                  </a:lnTo>
                  <a:lnTo>
                    <a:pt x="6061" y="238"/>
                  </a:lnTo>
                  <a:cubicBezTo>
                    <a:pt x="6061" y="107"/>
                    <a:pt x="5955" y="0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g3390bcf3cdf_0_9996"/>
            <p:cNvSpPr/>
            <p:nvPr/>
          </p:nvSpPr>
          <p:spPr>
            <a:xfrm>
              <a:off x="3348968" y="3509385"/>
              <a:ext cx="12903" cy="60340"/>
            </a:xfrm>
            <a:custGeom>
              <a:avLst/>
              <a:gdLst/>
              <a:ahLst/>
              <a:cxnLst/>
              <a:rect l="l" t="t" r="r" b="b"/>
              <a:pathLst>
                <a:path w="479" h="2240" extrusionOk="0">
                  <a:moveTo>
                    <a:pt x="239" y="1"/>
                  </a:moveTo>
                  <a:cubicBezTo>
                    <a:pt x="106" y="1"/>
                    <a:pt x="1" y="108"/>
                    <a:pt x="1" y="241"/>
                  </a:cubicBezTo>
                  <a:lnTo>
                    <a:pt x="1" y="1999"/>
                  </a:lnTo>
                  <a:cubicBezTo>
                    <a:pt x="1" y="2132"/>
                    <a:pt x="106" y="2239"/>
                    <a:pt x="239" y="2239"/>
                  </a:cubicBezTo>
                  <a:cubicBezTo>
                    <a:pt x="371" y="2239"/>
                    <a:pt x="477" y="2132"/>
                    <a:pt x="477" y="1999"/>
                  </a:cubicBezTo>
                  <a:lnTo>
                    <a:pt x="477" y="241"/>
                  </a:lnTo>
                  <a:cubicBezTo>
                    <a:pt x="479" y="108"/>
                    <a:pt x="371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7" name="Google Shape;1927;g3390bcf3cdf_0_9996"/>
          <p:cNvSpPr txBox="1">
            <a:spLocks noGrp="1"/>
          </p:cNvSpPr>
          <p:nvPr>
            <p:ph type="ctrTitle"/>
          </p:nvPr>
        </p:nvSpPr>
        <p:spPr>
          <a:xfrm>
            <a:off x="1559400" y="569400"/>
            <a:ext cx="6025200" cy="20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6300" i="1"/>
              <a:t>Happy Sabbath!</a:t>
            </a:r>
            <a:endParaRPr sz="1300" i="1"/>
          </a:p>
        </p:txBody>
      </p:sp>
      <p:sp>
        <p:nvSpPr>
          <p:cNvPr id="1928" name="Google Shape;1928;g3390bcf3cdf_0_9996"/>
          <p:cNvSpPr txBox="1">
            <a:spLocks noGrp="1"/>
          </p:cNvSpPr>
          <p:nvPr>
            <p:ph type="ctrTitle"/>
          </p:nvPr>
        </p:nvSpPr>
        <p:spPr>
          <a:xfrm>
            <a:off x="1023450" y="1553250"/>
            <a:ext cx="7097100" cy="20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6300" dirty="0"/>
              <a:t>Welcome to GFAC</a:t>
            </a:r>
            <a:endParaRPr sz="1300" dirty="0"/>
          </a:p>
        </p:txBody>
      </p:sp>
      <p:cxnSp>
        <p:nvCxnSpPr>
          <p:cNvPr id="1929" name="Google Shape;1929;g3390bcf3cdf_0_9996"/>
          <p:cNvCxnSpPr/>
          <p:nvPr/>
        </p:nvCxnSpPr>
        <p:spPr>
          <a:xfrm>
            <a:off x="350600" y="334525"/>
            <a:ext cx="0" cy="447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0" name="Google Shape;1930;g3390bcf3cdf_0_9996"/>
          <p:cNvCxnSpPr/>
          <p:nvPr/>
        </p:nvCxnSpPr>
        <p:spPr>
          <a:xfrm flipH="1">
            <a:off x="350700" y="334525"/>
            <a:ext cx="19200" cy="443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1" name="Google Shape;1931;g3390bcf3cdf_0_9996"/>
          <p:cNvCxnSpPr/>
          <p:nvPr/>
        </p:nvCxnSpPr>
        <p:spPr>
          <a:xfrm>
            <a:off x="331325" y="3884100"/>
            <a:ext cx="8488200" cy="3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2" name="Google Shape;1932;g3390bcf3cdf_0_9996"/>
          <p:cNvCxnSpPr/>
          <p:nvPr/>
        </p:nvCxnSpPr>
        <p:spPr>
          <a:xfrm>
            <a:off x="2241150" y="3884100"/>
            <a:ext cx="0" cy="90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66000">
              <a:schemeClr val="dk2"/>
            </a:gs>
            <a:gs pos="8600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cbdc82ce4e_0_0"/>
          <p:cNvSpPr txBox="1">
            <a:spLocks noGrp="1"/>
          </p:cNvSpPr>
          <p:nvPr>
            <p:ph type="title"/>
          </p:nvPr>
        </p:nvSpPr>
        <p:spPr>
          <a:xfrm>
            <a:off x="773825" y="1729476"/>
            <a:ext cx="7596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 b="1" dirty="0"/>
              <a:t>[Title]</a:t>
            </a:r>
            <a:endParaRPr sz="6000" b="1" dirty="0"/>
          </a:p>
        </p:txBody>
      </p:sp>
      <p:cxnSp>
        <p:nvCxnSpPr>
          <p:cNvPr id="221" name="Google Shape;221;g2cbdc82ce4e_0_0"/>
          <p:cNvCxnSpPr/>
          <p:nvPr/>
        </p:nvCxnSpPr>
        <p:spPr>
          <a:xfrm>
            <a:off x="0" y="2433288"/>
            <a:ext cx="917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g2cbdc82ce4e_0_0"/>
          <p:cNvSpPr/>
          <p:nvPr/>
        </p:nvSpPr>
        <p:spPr>
          <a:xfrm>
            <a:off x="973038" y="1788948"/>
            <a:ext cx="292200" cy="292200"/>
          </a:xfrm>
          <a:prstGeom prst="plaqu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2cbdc82ce4e_0_0"/>
          <p:cNvCxnSpPr/>
          <p:nvPr/>
        </p:nvCxnSpPr>
        <p:spPr>
          <a:xfrm>
            <a:off x="0" y="1367363"/>
            <a:ext cx="917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g2cbdc82ce4e_0_0"/>
          <p:cNvSpPr/>
          <p:nvPr/>
        </p:nvSpPr>
        <p:spPr>
          <a:xfrm>
            <a:off x="7897360" y="1754248"/>
            <a:ext cx="292200" cy="292200"/>
          </a:xfrm>
          <a:prstGeom prst="plaqu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2cbdc82ce4e_0_0"/>
          <p:cNvSpPr txBox="1">
            <a:spLocks noGrp="1"/>
          </p:cNvSpPr>
          <p:nvPr>
            <p:ph type="subTitle" idx="2"/>
          </p:nvPr>
        </p:nvSpPr>
        <p:spPr>
          <a:xfrm>
            <a:off x="1163100" y="2672975"/>
            <a:ext cx="68457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4500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[</a:t>
            </a:r>
            <a:r>
              <a:rPr lang="en-US" sz="4500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Subheading</a:t>
            </a:r>
            <a:r>
              <a:rPr lang="en" sz="4500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]</a:t>
            </a:r>
          </a:p>
        </p:txBody>
      </p:sp>
      <p:sp>
        <p:nvSpPr>
          <p:cNvPr id="2" name="Google Shape;225;g2cbdc82ce4e_0_0">
            <a:extLst>
              <a:ext uri="{FF2B5EF4-FFF2-40B4-BE49-F238E27FC236}">
                <a16:creationId xmlns:a16="http://schemas.microsoft.com/office/drawing/2014/main" id="{ED5F90C4-940F-618E-274B-9466485B4634}"/>
              </a:ext>
            </a:extLst>
          </p:cNvPr>
          <p:cNvSpPr txBox="1">
            <a:spLocks/>
          </p:cNvSpPr>
          <p:nvPr/>
        </p:nvSpPr>
        <p:spPr>
          <a:xfrm>
            <a:off x="1149125" y="3351411"/>
            <a:ext cx="68457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ctr"/>
            <a:r>
              <a:rPr lang="en" sz="2800" i="1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[Smaller </a:t>
            </a:r>
            <a:r>
              <a:rPr lang="en-US" sz="2800" i="1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Subheading</a:t>
            </a:r>
            <a:r>
              <a:rPr lang="en" sz="2800" i="1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3390bcf3cdf_0_10648"/>
          <p:cNvSpPr txBox="1">
            <a:spLocks noGrp="1"/>
          </p:cNvSpPr>
          <p:nvPr>
            <p:ph type="title"/>
          </p:nvPr>
        </p:nvSpPr>
        <p:spPr>
          <a:xfrm>
            <a:off x="1091550" y="1156525"/>
            <a:ext cx="69609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7000" b="1" i="1" dirty="0"/>
              <a:t>Happy Sabbath</a:t>
            </a:r>
            <a:endParaRPr sz="7000" b="1" i="1" dirty="0"/>
          </a:p>
        </p:txBody>
      </p:sp>
      <p:sp>
        <p:nvSpPr>
          <p:cNvPr id="2547" name="Google Shape;2547;g3390bcf3cdf_0_10648"/>
          <p:cNvSpPr txBox="1">
            <a:spLocks noGrp="1"/>
          </p:cNvSpPr>
          <p:nvPr>
            <p:ph type="subTitle" idx="4294967295"/>
          </p:nvPr>
        </p:nvSpPr>
        <p:spPr>
          <a:xfrm>
            <a:off x="810459" y="2107865"/>
            <a:ext cx="7523081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3600" b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Thank You for Coming to GFAC;</a:t>
            </a:r>
            <a:br>
              <a:rPr lang="en" sz="3600" b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3600" b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Church with His Heart ♡</a:t>
            </a:r>
            <a:endParaRPr sz="3600" b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9" name="Google Shape;2549;g3390bcf3cdf_0_10648"/>
          <p:cNvSpPr txBox="1">
            <a:spLocks noGrp="1"/>
          </p:cNvSpPr>
          <p:nvPr>
            <p:ph type="subTitle" idx="4294967295"/>
          </p:nvPr>
        </p:nvSpPr>
        <p:spPr>
          <a:xfrm>
            <a:off x="1027950" y="3874176"/>
            <a:ext cx="70881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</a:pPr>
            <a:r>
              <a:rPr lang="en" sz="22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Potluck available in the fellowship hall</a:t>
            </a:r>
            <a:endParaRPr sz="22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50" name="Google Shape;2550;g3390bcf3cdf_0_10648"/>
          <p:cNvCxnSpPr/>
          <p:nvPr/>
        </p:nvCxnSpPr>
        <p:spPr>
          <a:xfrm>
            <a:off x="-469" y="3902676"/>
            <a:ext cx="917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1" name="Google Shape;2551;g3390bcf3cdf_0_10648"/>
          <p:cNvCxnSpPr/>
          <p:nvPr/>
        </p:nvCxnSpPr>
        <p:spPr>
          <a:xfrm>
            <a:off x="-13950" y="4378813"/>
            <a:ext cx="917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Jesus Christ High School Minitheme by Slidesgo">
  <a:themeElements>
    <a:clrScheme name="Simple Light">
      <a:dk1>
        <a:srgbClr val="191919"/>
      </a:dk1>
      <a:lt1>
        <a:srgbClr val="F5F0E5"/>
      </a:lt1>
      <a:dk2>
        <a:srgbClr val="CDDACD"/>
      </a:dk2>
      <a:lt2>
        <a:srgbClr val="FFF1D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</Words>
  <Application>Microsoft Office PowerPoint</Application>
  <PresentationFormat>On-screen Show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Baskervville</vt:lpstr>
      <vt:lpstr>Darker Grotesque SemiBold</vt:lpstr>
      <vt:lpstr>Arial</vt:lpstr>
      <vt:lpstr>Belleza</vt:lpstr>
      <vt:lpstr>Arimo</vt:lpstr>
      <vt:lpstr>Montserrat</vt:lpstr>
      <vt:lpstr>Bebas Neue</vt:lpstr>
      <vt:lpstr>Jesus Christ High School Minitheme by Slidesgo</vt:lpstr>
      <vt:lpstr>Happy Sabbath!</vt:lpstr>
      <vt:lpstr>[Title]</vt:lpstr>
      <vt:lpstr>Happy Sabbath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Ferriol, Caleb</cp:lastModifiedBy>
  <cp:revision>5</cp:revision>
  <dcterms:modified xsi:type="dcterms:W3CDTF">2025-02-22T10:57:30Z</dcterms:modified>
</cp:coreProperties>
</file>